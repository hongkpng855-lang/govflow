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Helvetica Neue"/>
              </a:defRPr>
            </a:pPr>
            <a:r>
              <a:t>Step 1：收取邀請連結</a:t>
            </a:r>
          </a:p>
        </p:txBody>
      </p:sp>
      <p:pic>
        <p:nvPicPr>
          <p:cNvPr id="3" name="Picture 2" descr="testflight_s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2560320" cy="5566659"/>
          </a:xfrm>
          <a:prstGeom prst="rect">
            <a:avLst/>
          </a:prstGeom>
        </p:spPr>
      </p:pic>
      <p:pic>
        <p:nvPicPr>
          <p:cNvPr id="4" name="Picture 3" descr="testflight_ss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63040"/>
            <a:ext cx="2560320" cy="556665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846320" cy="91440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7373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</a:defRPr>
            </a:pPr>
            <a:r>
              <a:t>用 Safari 打開開發者提供的 TestFlight 邀請連結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926080"/>
            <a:ext cx="4846320" cy="91440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30175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</a:defRPr>
            </a:pPr>
            <a:r>
              <a:t>連結會自動跳轉到 App 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206240"/>
            <a:ext cx="4846320" cy="91440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42976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</a:defRPr>
            </a:pPr>
            <a:r>
              <a:t>系統會引導安裝 TestFlight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Helvetica Neue"/>
              </a:defRPr>
            </a:pPr>
            <a:r>
              <a:t>Step 2：安裝 TestFlight</a:t>
            </a:r>
          </a:p>
        </p:txBody>
      </p:sp>
      <p:pic>
        <p:nvPicPr>
          <p:cNvPr id="3" name="Picture 2" descr="testflight_ss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2560320" cy="5566659"/>
          </a:xfrm>
          <a:prstGeom prst="rect">
            <a:avLst/>
          </a:prstGeom>
        </p:spPr>
      </p:pic>
      <p:pic>
        <p:nvPicPr>
          <p:cNvPr id="4" name="Picture 3" descr="testflight_ss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63040"/>
            <a:ext cx="2560320" cy="556665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846320" cy="91440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7373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</a:defRPr>
            </a:pPr>
            <a:r>
              <a:t>在 App Store 點擊「取得」下載 TestFlight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926080"/>
            <a:ext cx="4846320" cy="91440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30175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</a:defRPr>
            </a:pPr>
            <a:r>
              <a:t>下載完成後會自動打開 TestFlight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206240"/>
            <a:ext cx="4846320" cy="91440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42976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</a:defRPr>
            </a:pPr>
            <a:r>
              <a:t>TestFlight 內會顯示你要安裝的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Helvetica Neue"/>
              </a:defRPr>
            </a:pPr>
            <a:r>
              <a:t>Step 3：安裝測試版 App</a:t>
            </a:r>
          </a:p>
        </p:txBody>
      </p:sp>
      <p:pic>
        <p:nvPicPr>
          <p:cNvPr id="3" name="Picture 2" descr="testflight_ss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2560320" cy="556665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114800" y="1645920"/>
            <a:ext cx="7315200" cy="109728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73736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</a:defRPr>
            </a:pPr>
            <a:r>
              <a:t>在 TestFlight 內確認 App 資料，點擊「安裝」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108960"/>
            <a:ext cx="7315200" cy="109728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320040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</a:defRPr>
            </a:pPr>
            <a:r>
              <a:t>等待下載完成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572000"/>
            <a:ext cx="7315200" cy="109728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6634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1D1F"/>
                </a:solidFill>
                <a:latin typeface="Helvetica Neue"/>
              </a:defRPr>
            </a:pPr>
            <a:r>
              <a:t>在主畫面打開 App 開始使用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Helvetica Neue"/>
              </a:defRPr>
            </a:pPr>
            <a:r>
              <a:t>Step 4：更新與刪除</a:t>
            </a:r>
          </a:p>
        </p:txBody>
      </p:sp>
      <p:pic>
        <p:nvPicPr>
          <p:cNvPr id="3" name="Picture 2" descr="testflight_ss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188720"/>
            <a:ext cx="1828800" cy="397618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3840480"/>
            <a:ext cx="3474720" cy="256032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D1D1F"/>
                </a:solidFill>
                <a:latin typeface="Helvetica Neue"/>
              </a:defRPr>
            </a:pPr>
            <a:r>
              <a:t>🔄 自動更新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E6E73"/>
                </a:solidFill>
                <a:latin typeface="Helvetica Neue"/>
              </a:defRPr>
            </a:pPr>
            <a:r>
              <a:t>有新版本時</a:t>
            </a:r>
            <a:br/>
            <a:r>
              <a:t>TestFlight 會自動通知</a:t>
            </a:r>
          </a:p>
        </p:txBody>
      </p:sp>
      <p:pic>
        <p:nvPicPr>
          <p:cNvPr id="7" name="Picture 6" descr="testflight_ss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188720"/>
            <a:ext cx="1828800" cy="39761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3840480"/>
            <a:ext cx="3474720" cy="256032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D1D1F"/>
                </a:solidFill>
                <a:latin typeface="Helvetica Neue"/>
              </a:defRPr>
            </a:pPr>
            <a:r>
              <a:t>⏰ 使用期限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E6E73"/>
                </a:solidFill>
                <a:latin typeface="Helvetica Neue"/>
              </a:defRPr>
            </a:pPr>
            <a:r>
              <a:t>每個測試版本</a:t>
            </a:r>
            <a:br/>
            <a:r>
              <a:t>有效期最長 90 天</a:t>
            </a:r>
          </a:p>
        </p:txBody>
      </p:sp>
      <p:pic>
        <p:nvPicPr>
          <p:cNvPr id="11" name="Picture 10" descr="testflight_ss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188720"/>
            <a:ext cx="1828800" cy="397618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3840480"/>
            <a:ext cx="3474720" cy="256032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D1D1F"/>
                </a:solidFill>
                <a:latin typeface="Helvetica Neue"/>
              </a:defRPr>
            </a:pPr>
            <a:r>
              <a:t>🗑️ 刪除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E6E73"/>
                </a:solidFill>
                <a:latin typeface="Helvetica Neue"/>
              </a:defRPr>
            </a:pPr>
            <a:r>
              <a:t>長按圖示選擇「移除 App」</a:t>
            </a:r>
            <a:br/>
            <a:r>
              <a:t>與一般 App 無異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